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AI in Compliance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7BC62"/>
                </a:solidFill>
              </a:rPr>
              <a:t>Automating Regulatory Excellence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The Compliance Challenge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192024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$250B+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Annual compliance costs globally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645920"/>
            <a:ext cx="192024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300M+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8892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Regulatory updates per 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92024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 hours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93776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Average time per compliance task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645920"/>
            <a:ext cx="192024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7086600" y="20116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086600" y="27432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Manual processes in compliance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AI-Powered Compliance Solutions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📊 Regulatory Monitoring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Track and analyze regulatory changes in real-time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🔍 Document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8348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Automated contract and policy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⚠️ Risk Detection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Identify compliance violations before they occur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📝 Reporting Automation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 compliance reports automatically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🎓 Training &amp; Awareness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Personalized compliance training programs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🔐 Data Governance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983480" y="4663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Ensure data privacy and security compliance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Regulatory Intelligence &amp; Monitoring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4114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AI Tracks Regulations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1. Continuously scan regulatory websites and databases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2. NLP analyzes new rules, amendments, and guidelines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3. Classify changes by jurisdiction, industry, and impact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4. Alert relevant stakeholders in real-time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5. Suggest necessary policy and process updates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468880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80% reduction in manual monitoring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468880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3200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99% accuracy in change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2468880" cy="9144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4389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 Real-time compliance updates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Intelligent Document Review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Contracts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6916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Review clauses, identify risks, ensure standard compliance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Policies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6517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Validate against regulations, check consistency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Reports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36118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Extract key data, verify accuracy, flag anomalies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8229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Communications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45720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Monitor for compliance violations, detect suspicious activity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822960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394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90% faster document review with 95% accuracy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Proactive Risk &amp; Anomaly Detection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6420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Transaction Monitoring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66420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ML identifies unusual patterns in financial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04288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1401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Conduct Surveillance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241401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NLP analyzes communications for policy violations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638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Insider Threats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16382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Behavioral analytics detect abnormal employee activity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13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Market Abuse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9136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Pattern recognition identifies potential manipulation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53712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663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AML/KYC Screening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46634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Automated verification and ongoing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Automated Compliance Reporting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11480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📈 Regulatory Reports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SEC, FINRA, FCA, MAS filings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645920"/>
            <a:ext cx="411480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983480" y="1828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💼 Internal Audits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8348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Risk assessments, control testing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11480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📊 Board Reports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Executive compliance summaries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3291840"/>
            <a:ext cx="411480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🌍 Cross-Border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4023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Multi-jurisdiction reporting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</a:rPr>
              <a:t>Benefits: 75% time savings • 99% accuracy • Real-time updates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AI Compliance Across Industries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Banking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Basel III, Dodd-Frank, AML, KYC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74320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Healthcare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HIPAA, GDPR, FDA, clinical trials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743200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Insurance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Solvency II, state regulations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74320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Energy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Environmental, safety, FERC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3200400"/>
            <a:ext cx="274320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2044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Retail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Consumer protection, data privacy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200400"/>
            <a:ext cx="2743200" cy="13716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Manufacturing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114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Safety, environmental, trade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Implementation Best Practices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 Small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Pilot with one regulation or process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Shape 7"/>
          <p:cNvSpPr/>
          <p:nvPr/>
        </p:nvSpPr>
        <p:spPr>
          <a:xfrm>
            <a:off x="498348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783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150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Quality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Ensure clean, structured compliance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Human Oversight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Maintain expert review of AI decisions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278892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500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Transparency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15000" y="33375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Document AI logic for auditors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4114800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34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Continuous Learning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Regularly update models with new regulations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4114800"/>
            <a:ext cx="411480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9" name="Shape 27"/>
          <p:cNvSpPr/>
          <p:nvPr/>
        </p:nvSpPr>
        <p:spPr>
          <a:xfrm>
            <a:off x="4983480" y="4389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4434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15000" y="4251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Change Management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Train teams on AI tools and processes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F2D"/>
                </a:solidFill>
              </a:rPr>
              <a:t>Future of AI in Compliance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556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Predictive Compliance: AI forecasts regulatory changes before they happen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3288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Explainable AI: Full transparency in compliance decision-making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101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RegTech Integration: Seamless connection between regulators and firms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Global Standards: Unified AI-driven compliance across jurisdictions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86460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→ Real-Time Enforcement: Instant detection and remediation of violations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AI reduces compliance costs by up to 80% while improving accuracy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Automated regulatory monitoring ensures real-time compliance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Intelligent document review processes 90% faster than manual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Proactive risk detection prevents violations before they occur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Cross-industry applications from banking to healthcare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5"/>
                </a:solidFill>
              </a:rPr>
              <a:t>✓ Future compliance will be predictive, transparent, and real-time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7BC62"/>
                </a:solidFill>
              </a:rPr>
              <a:t>Questions &amp; Discussion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2026-04-19T14:12:47Z</dcterms:created>
  <dcterms:modified xsi:type="dcterms:W3CDTF">2026-04-19T14:12:47Z</dcterms:modified>
</cp:coreProperties>
</file>