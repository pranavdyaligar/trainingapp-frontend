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AI in Insurance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Transforming the Insurance Industry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F8FF"/>
                </a:solidFill>
              </a:rPr>
              <a:t>From Claims to Customer Experience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Why AI Matters in Insurance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20240" cy="2560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$1.3T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Global Insurance Market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645920"/>
            <a:ext cx="1920240" cy="2560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8892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80%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8892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Faster Claims 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920240" cy="2560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💰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Cost Reduction Potential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1645920"/>
            <a:ext cx="1920240" cy="2560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086600" y="2560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90%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8660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Improved 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AI is revolutionizing insurance by automating processes, reducing fraud, and enhancing customer experiences.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AI Use Cases in Insurance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🤖 Underwriting Automation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AI analyzes risk factors instantly, reducing manual review time from days to minutes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📋 Claims Processing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Automated claim validation, damage assessment, and payment processing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🕵️ Fraud Detection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Pattern recognition identifies suspicious claims with 95%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💬 Customer Service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AI chatbots handle 24/7 queries, policy information, and basic claims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📊 Risk Assessment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Predictive analytics for accurate pricing and risk evaluation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👥 Personalization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Tailored policies and recommendations based on individual behavior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AI-Powered Underwriting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4114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Traditional vs AI Underwriting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Aspect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Traditional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194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AI-Powered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Processing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3-5 days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651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&lt; 1 hour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5-10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246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100+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75-80%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8404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90-95%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Cost per 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$100-150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434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$20-30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645920"/>
            <a:ext cx="40233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Real-time risk assessment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2468880"/>
            <a:ext cx="40233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Integration with IoT devices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233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Continuous learning and improvement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4114800"/>
            <a:ext cx="402336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Reduced human bias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Intelligent Claims Processing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Claim Submission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554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Photo/document upload via mobile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822960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00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304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3042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Computer vision assesses damage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822960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054096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998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0540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3054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Fraud detection algorithms verify claim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803904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962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8039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Approval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38039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Automated decision or escalation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62272"/>
            <a:ext cx="822960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55371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9943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553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Payment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4553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Instant payout to customer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AI-Powered Fraud Detection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0352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Problem: Insurance Fraud Costs $80B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8FF"/>
                </a:solidFill>
              </a:rPr>
              <a:t>10-15% of all claims are fraudulent, costing the industry and customers billions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Pattern Recognition: Identifies unusual claim patterns across millions of cases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Social Network Analysis: Detects organized fraud rings and suspicious relationships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Anomaly Detection: Flags outliers that deviate from normal behavior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800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Image Analysis: Verifies authenticity of damage photos and documents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394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95% detection accuracy with 60% reduction in false positives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AI Chatbots &amp; Customer Experience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274320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24/7 Availability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Round-the-clock support without human agents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74320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Instant Response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Average response time under 3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74320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Multi-Language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Support in 50+ languages simultaneously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743200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Scalability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Handle thousands of queries concurrently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3383280"/>
            <a:ext cx="2743200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💵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2044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Cost Efficiency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70% reduction in customer service costs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2743200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Satisfaction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85% customer satisfaction rate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Predictive Analytics &amp; Risk Modeling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Sources for Risk Assessment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• Telematics &amp; IoT devices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• Social media behavior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• Weather patterns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• Credit scores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• Healthcare records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8FF"/>
                </a:solidFill>
              </a:rPr>
              <a:t>• Geographic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 Insurance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Usage-based pricing from driving behavior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377440"/>
            <a:ext cx="402336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Health Insurance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Lifestyle-based premiums and interventions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383280"/>
            <a:ext cx="402336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Property Insurance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Natural disaster risk prediction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4389120"/>
            <a:ext cx="402336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Life Insurance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Longevity estimation from health data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Personalized Insurance Products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3657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Traditional Insurance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✗ One-size-fits-all policies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✗ Annual premium adjustments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✗ Limited customization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✗ Reactive pricing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3657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AI-Driven Personalization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74920" y="2286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8FF"/>
                </a:solidFill>
              </a:rPr>
              <a:t>✓ Tailored to individual behavior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926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8FF"/>
                </a:solidFill>
              </a:rPr>
              <a:t>✓ Dynamic, real-time pricing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3566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8FF"/>
                </a:solidFill>
              </a:rPr>
              <a:t>✓ Customizable coverage options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4206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8FF"/>
                </a:solidFill>
              </a:rPr>
              <a:t>✓ Proactive risk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Challenges &amp; Considerations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🔒 Data Privacy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Ensuring customer data protection and GDPR compliance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⚖️ Regulatory Compliance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Meeting insurance regulations across jurisdictions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🏗️ Legacy Systems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Integrating AI with existing infrastructure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👥 Change Management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Training staff and managing organizational change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💰 Initial Investment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High upfront costs for AI implementation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🎯 Algorithmic Bias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Ensuring fairness and avoiding discrimination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Future of AI in Insurance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🚗 Autonomous Vehicle Insurance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New models for self-driving car coverage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🏠 Smart Home Integration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IoT sensors for real-time risk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🧬 Genomic Underwriting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DNA-based health risk assessment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🌐 Parametric Insurance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Automated payouts based on data triggers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🤝 Peer-to-Peer Insurance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AI-facilitated community-based coverage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🔮 Predictive Prevention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</a:rPr>
              <a:t>AI predicting and preventing losses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F"/>
                </a:solidFill>
              </a:rPr>
              <a:t>✓ AI drives 80% faster claims processing and 25% cost reduction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F"/>
                </a:solidFill>
              </a:rPr>
              <a:t>✓ Fraud detection accuracy reaches 95% with AI algorithms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F"/>
                </a:solidFill>
              </a:rPr>
              <a:t>✓ Personalized policies based on real-time data improve customer satisfaction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F"/>
                </a:solidFill>
              </a:rPr>
              <a:t>✓ Chatbots provide 24/7 support with 85% customer satisfaction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F"/>
                </a:solidFill>
              </a:rPr>
              <a:t>✓ Predictive analytics enables proactive risk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F"/>
                </a:solidFill>
              </a:rPr>
              <a:t>✓ Future insurance will be highly personalized and prevention-focused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2026-04-19T14:11:33Z</dcterms:created>
  <dcterms:modified xsi:type="dcterms:W3CDTF">2026-04-19T14:11:33Z</dcterms:modified>
</cp:coreProperties>
</file>