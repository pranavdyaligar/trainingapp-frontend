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AI in Fraud Detection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F4F8"/>
                </a:solidFill>
              </a:rPr>
              <a:t>Protecting Assets with Intelligent Detection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5A82"/>
                </a:solidFill>
              </a:rPr>
              <a:t>The Global Fraud Epidemic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920240" cy="2560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$5.1T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Annual fraud losses globally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645920"/>
            <a:ext cx="1920240" cy="2560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78892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📉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88920" y="24688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3.6%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788920" y="32004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Of revenue lost to fraud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1920240" cy="2560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937760" y="24688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47%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937760" y="32004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Companies hit by fraud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1645920"/>
            <a:ext cx="1920240" cy="2560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⏱️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086600" y="24688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18 months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086600" y="32004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Average time to detect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1A"/>
                </a:solidFill>
              </a:rPr>
              <a:t>Traditional rule-based systems catch only 40% of fraud while generating 95% false positives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5A82"/>
                </a:solidFill>
              </a:rPr>
              <a:t>Common Fraud Types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1148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💳 Payment Fraud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Credit card theft, CNP fraud, account takeover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00600" y="1463040"/>
            <a:ext cx="411480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9834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🆔 Identity Fraud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9834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Synthetic identities, impersonation, document forgery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1148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💼 Internal Fraud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Embezzlement, data theft, policy violations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2788920"/>
            <a:ext cx="411480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🌐 Digital Fraud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834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Phishing, malware, social engineering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41148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📱 Mobile Fraud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App fraud, SMS scams, mobile account takeover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4114800"/>
            <a:ext cx="411480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🤝 Transaction Fraud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834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Wire fraud, invoice manipulation, procurement fraud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5A82"/>
                </a:solidFill>
              </a:rPr>
              <a:t>AI Fraud Detection Techniques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1148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Supervised Learning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Train on labeled fraud/legitimate examples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463040"/>
            <a:ext cx="41148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498348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715000" y="1600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Unsupervised Learning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Detect anomalies without prior labels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411480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Neural Networks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337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Deep learning for complex pattern recognition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788920"/>
            <a:ext cx="411480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4983480" y="30632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715000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Ensemble Methods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15000" y="3337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Combine multiple models for accuracy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41148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4389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434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4251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Network Analysis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4663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Map relationships and fraud rings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4114800"/>
            <a:ext cx="41148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Shape 27"/>
          <p:cNvSpPr/>
          <p:nvPr/>
        </p:nvSpPr>
        <p:spPr>
          <a:xfrm>
            <a:off x="4983480" y="4389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4434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715000" y="4251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Behavioral Biometrics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715000" y="4663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Analyze typing, mouse, touch patterns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5A82"/>
                </a:solidFill>
              </a:rPr>
              <a:t>Real-Time Transaction Monitoring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572000" cy="4114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Analysis Per Transaction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4F8"/>
                </a:solidFill>
              </a:rPr>
              <a:t>100+ Signals Analyzed: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• Transaction amount and frequency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8620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• Location and device fingerprint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1638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• Time of day and velocity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4655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• Historical behavior patterns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767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• Merchant risk profile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069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• Network connections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370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• User authentication methods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6725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• IP address and geolocation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9743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• Account age and activity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1645920"/>
            <a:ext cx="338328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1783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&lt; 100ms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48640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Decision Time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03520" y="2926080"/>
            <a:ext cx="338328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98%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486400" y="3566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Accuracy Rate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03520" y="4206240"/>
            <a:ext cx="338328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4343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70%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486400" y="4846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False Positive Reduction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5A82"/>
                </a:solidFill>
              </a:rPr>
              <a:t>Account Takeover (ATO) Prevention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642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Login Analysis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0" y="1664208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Device, location, typing patterns, time since last login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04288"/>
            <a:ext cx="822960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1401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Behavioral Tracking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0" y="2414016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Navigation patterns, transaction behavior, session duration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54096"/>
            <a:ext cx="82296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6382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Risk Scoring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3163824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Aggregate signals into real-time risk score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803904"/>
            <a:ext cx="822960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136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Adaptive Auth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0" y="3913632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Step-up authentication for suspicious activity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553712"/>
            <a:ext cx="82296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663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Continuous Monitoring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0" y="46634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Ongoing session analysis post-login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303520"/>
            <a:ext cx="822960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394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Result: 99% ATO prevention with seamless user experience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5A82"/>
                </a:solidFill>
              </a:rPr>
              <a:t>Synthetic Identity Fraud Detection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2011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is Synthetic Identity?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Fake identity created by combining real and fabricated information (SSN + fake name, address). Hardest fraud to detect - appears legitimate to traditional systems.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3931920" cy="1920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749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 Detection Signals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• Inconsistent identity data patterns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• Unusual credit file velocity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• Abnormal application behavior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• Missing digital footprint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• Suspicious document metadata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$20B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Annual synthetic ID fraud losses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377440"/>
            <a:ext cx="402336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85%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4632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AI detection rate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3383280"/>
            <a:ext cx="402336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 years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4632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Average fraud timeline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4389120"/>
            <a:ext cx="402336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3-5%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4632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Of applicants are synthetic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5A82"/>
                </a:solidFill>
              </a:rPr>
              <a:t>Fraud Ring Detection with Network Analysis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303520" cy="4114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How AI Uncovers Fraud Rings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1. Map connections between accounts, devices, and locations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2. Identify suspicious clusters and patterns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3. Detect shared identifiers (email, phone, IP, device ID)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4. Analyze transaction flows between linked entities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5. Uncover hidden relationships in complex networks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6. Score risk based on network position and behavior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2651760" cy="1645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Graph Analytics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2011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Process billions of connections in real-time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3200400"/>
            <a:ext cx="2651760" cy="1645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Fraud Rings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3840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Detect organized crime networks others miss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5A82"/>
                </a:solidFill>
              </a:rPr>
              <a:t>AI-Powered Document Verification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1148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🔍 Computer Vision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Analyze document images for tampering and forgery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00600" y="1463040"/>
            <a:ext cx="411480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9834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📄 OCR &amp; Extraction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834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Extract and validate text from documents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1148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🎨 Forensic Analysis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Detect Photoshop edits, font inconsistencies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788920"/>
            <a:ext cx="411480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📱 Liveness Detection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Ensure real person, not photo or video replay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41148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🆔 ID Verification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Match selfie to ID photo with biometrics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4114800"/>
            <a:ext cx="411480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🌐 Database Checks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Verify against government and watchlist databases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5A82"/>
                </a:solidFill>
              </a:rPr>
              <a:t>Real-World Impact: Case Studies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64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Global Bank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0" y="1664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</a:rPr>
              <a:t>$500M fraud prevented annually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0" y="166420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8F4F8"/>
                </a:solidFill>
              </a:rPr>
              <a:t>98% detection • 75% FP reduction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24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E-Commerce Giant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0" y="2624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</a:rPr>
              <a:t>$200M+ saved in chargebacks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262432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8F4F8"/>
                </a:solidFill>
              </a:rPr>
              <a:t>Real-time decisions • 99.5% uptime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84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Insurance Firm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0" y="35844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</a:rPr>
              <a:t>90% faster claims fraud detection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358444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8F4F8"/>
                </a:solidFill>
              </a:rPr>
              <a:t>85% accuracy improvement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822960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544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Fintech Startup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43200" y="4544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</a:rPr>
              <a:t>From 60% to 2% fraud rate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454456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8F4F8"/>
                </a:solidFill>
              </a:rPr>
              <a:t>Customer trust increased 3x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5A82"/>
                </a:solidFill>
              </a:rPr>
              <a:t>Implementation Best Practices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1148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📊 Data Quality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Clean, labeled historical data is critical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00600" y="1463040"/>
            <a:ext cx="41148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9834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⚖️ Balance Precision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9834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Optimize detection vs. customer friction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11480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🔄 Continuous Learning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Models must adapt to new fraud patterns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2788920"/>
            <a:ext cx="411480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👥 Human-in-Loop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834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Expert review for edge cases and appeals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41148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🔒 Privacy &amp; Compliance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Ensure GDPR, CCPA, fair lending compliance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4114800"/>
            <a:ext cx="41148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📈 Monitor Performance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834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Track precision, recall, false positive rates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5A82"/>
                </a:solidFill>
              </a:rPr>
              <a:t>The Future of Fraud Detection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→ Federated Learning: Collaborate on fraud detection without sharing data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→ Explainable AI: Full transparency in fraud decisions for regulators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→ Quantum Computing: Process exponentially more fraud signals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→ Biometric Authentication: Voice, face, fingerprint, behavioral biometrics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→ Blockchain Integration: Immutable fraud investigation trails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0749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→ Cross-Industry Consortiums: Shared fraud intelligence networks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Key Takeaways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8"/>
                </a:solidFill>
              </a:rPr>
              <a:t>✓ Fraud costs $5.1T annually - AI is essential defense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8"/>
                </a:solidFill>
              </a:rPr>
              <a:t>✓ 98% detection accuracy with 70% fewer false positives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8"/>
                </a:solidFill>
              </a:rPr>
              <a:t>✓ Real-time analysis of 100+ signals per transaction in &lt;100ms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8"/>
                </a:solidFill>
              </a:rPr>
              <a:t>✓ Detects sophisticated fraud: ATO, synthetic IDs, fraud rings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8"/>
                </a:solidFill>
              </a:rPr>
              <a:t>✓ Proven ROI: hundreds of millions saved by early adopters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800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8"/>
                </a:solidFill>
              </a:rPr>
              <a:t>✓ Future: federated learning, explainable AI, quantum computing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F4F8"/>
                </a:solidFill>
              </a:rPr>
              <a:t>Questions &amp; Discussion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2026-04-19T14:16:10Z</dcterms:created>
  <dcterms:modified xsi:type="dcterms:W3CDTF">2026-04-19T14:16:10Z</dcterms:modified>
</cp:coreProperties>
</file>