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AI Basics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Introduction to Artificial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Building Foundation for the Future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What is Artificial Intelligence?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Definition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AI is the simulation of human intelligence processes by machines, especially computer systems. These processes include learning, reasoning, and self-correction.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41148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🧠 Learning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Acquiring information and rules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926080"/>
            <a:ext cx="41148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🎯 Reasoning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Using rules to reach conclusions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4480560"/>
            <a:ext cx="41148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🔄 Self-Correction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5212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Continuously improving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Types of Artificial Intelligence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🤖 Narrow AI (Weak AI)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Designed for specific tasks • Current reality • Siri, Alexa, Chess programs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🧠 General AI (Strong AI)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Human-level intelligence • Theoretical concept • Can perform any intellectual task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🚀 Super AI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Surpasses human intelligence • Future possibility • Self-aware and conscious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Machine Learning: The Core of AI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4114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What is Machine Learning?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ML enables computers to learn from data without being explicitly programmed. It identifies patterns and makes decisions with minimal human intervention.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Three Main Types: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• Supervised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• Unsupervised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• Reinforcement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Supervised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Email spam filtering, Image recognition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274320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Unsupervised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Customer segmentation, Anomaly 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411480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Reinforcement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Game AI, Robotics control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Deep Learning &amp; Neural Networks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Neural networks are computing systems inspired by biological neural networks in human brains. Deep learning uses multi-layered neural networks.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Input Layer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Receives raw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Images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Audio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286000"/>
            <a:ext cx="256032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Hidden Layers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3017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Process and extract 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Pattern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2560320" cy="2743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Output Layer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Produces final result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39319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Decision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AI in Action: Real-World Applications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🏥 Healthcare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Disease diagnosis, Drug discovery, Personalized treatment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🚗 Transportation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Self-driving cars, Traffic optimization, Route planning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💬 Virtual Assistants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Siri, Alexa, Google Assistant, Chatbots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🎯 Recommendation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Netflix, Amazon, Spotify, YouTube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💰 Finance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Fraud detection, Algorithmic trading, Credit scoring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🏭 Manufacturing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Quality control, Predictive maintenance, Robotics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Natural Language Processing (NLP)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02920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What is NLP?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NLP enables computers to understand, interpret, and generate human language in valuable ways.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✓ Language Translation (Google Translate)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✓ Sentiment Analysis (Social media monitoring)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✓ Text Summarization (News digests)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✓ Speech Recognition (Voice assistants)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</a:rPr>
              <a:t>✓ Chatbots and Conversational AI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Computer Vision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4114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Enabling Machines to See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Computer vision trains computers to interpret and understand the visual world using digital images and deep learning models.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Capabilities: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• Object Detection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• Facial Recognition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• Image Classification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• Scene Understanding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Healthcare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Medical imaging, Disease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402336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Security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Surveillance, Access control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383280"/>
            <a:ext cx="402336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Retail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4632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Product recognition, Checkout automation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4389120"/>
            <a:ext cx="402336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Automotive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Self-driving vehicles, Driver assistance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AI Ethics &amp; Challenges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⚖️ Bias &amp; Fairness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AI systems can perpetuate societal biases present in training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🔒 Privacy Concerns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Collection and use of personal data raises privacy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💼 Job Displacement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Automation may replace certain jobs, requiring workforce adaptation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🎯 Transparency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Black box nature of some AI makes decisions hard to explain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🛡️ Security Risks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AI systems vulnerable to adversarial attacks and manipulation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👥 Accountability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Determining responsibility when AI makes mistakes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</a:rPr>
              <a:t>The Future of Artificial Intelligence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2025-2030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9456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Healthcare Revolution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94560" y="1874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Personalized medicine becomes mainstream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2030-2035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Autonomous Systems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28803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Self-driving vehicles dominate transportation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2035-2040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AI-Human Collaboration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94560" y="3886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Seamless integration in daily life and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72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2040+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Towards AGI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94560" y="48920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Progress toward general artificial intelligence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1. AI simulates human intelligence through learning, reasoning, and self-correction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2. Machine Learning and Deep Learning are core AI technologies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3. AI is transforming industries from healthcare to transportation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4. NLP and Computer Vision enable human-like perception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5. Ethical considerations are crucial for responsible AI 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6. The future of AI promises continued innovation and integration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2026-04-19T14:09:59Z</dcterms:created>
  <dcterms:modified xsi:type="dcterms:W3CDTF">2026-04-19T14:09:59Z</dcterms:modified>
</cp:coreProperties>
</file>