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AI in Risk Management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CF6F5"/>
                </a:solidFill>
              </a:rPr>
              <a:t>Predictive Analytics for Proactive Risk Mitigation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Traditional Risk Management Challenges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📊 Data Overload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Billions of data points to analyze daily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⏱️ Reactive Approach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Identifying risks after they materialize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🔍 Blind Spots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Missing emerging risks and correlations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💼 Silos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Fragmented risk data across departments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📉 False Positives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Alert fatigue from inaccurate signals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🌐 Complexity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Interconnected global risk landscape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AI-Powered Risk Solutions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🎯 Predictive Analytics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Forecast risks before they occur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🔄 Real-Time Monitoring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Continuous risk assessment 24/7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🧠 Pattern Recognition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Identify complex risk correlations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📈 Scenario Analysis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Model multiple risk scenarios instantly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🚨 Early Warning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Alert systems for emerging threats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🎲 Quantification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Precise risk measurement and scoring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Credit Risk Assessment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41148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Credit Scoring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6F5"/>
                </a:solidFill>
              </a:rPr>
              <a:t>Data Sources: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• Traditional credit bureaus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• Bank transaction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• Utility payment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• Social media behavior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• Mobile phone usage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• Rental payment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• Employment stability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• Education background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822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95% 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More precise than traditional FICO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4023360" cy="822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Instant Decisions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Real-time approval/rejection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4023360" cy="822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Financial Inclusion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Score thin-file applicants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4389120"/>
            <a:ext cx="4023360" cy="822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Default Reduction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30% fewer loan defaults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Market Risk Prediction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64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Price Forecasting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66420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Predict stock, commodity, and FX movements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414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Volatility Modeling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44144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Anticipate market turbulence and crashes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186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Portfolio Optimization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21868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Balance risk-return across assets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959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Sentiment Analysis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399592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Gauge market mood from news and social media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73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Stress Testing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47731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Simulate extreme market scenarios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</a:rPr>
              <a:t>AI processes millions of signals per second for superior market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Operational Risk Management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🛡️ Cybersecurity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Detect threats, predict attacks, automate response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Process Failure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Monitor systems, predict downtime, optimize workflows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 Human Error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Identify patterns, training needs, automation opportunities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📜 Compliance Breaches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Real-time policy monitoring and violation 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🏢 Third-Party Risk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Vendor assessment, continuous monitoring, risk scoring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💥 Business Continuity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Disaster prediction, recovery planning, resilience testing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Fraud &amp; Financial Crime Detection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Fraud Detection Capabilities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✓ Transaction Monitoring: Analyze billions of transactions in real-time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✓ Behavioral Analysis: Detect deviations from normal customer patterns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2552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✓ Network Analysis: Uncover fraud rings and organized crime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856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✓ Identity Verification: Biometrics, document authentication, liveness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✓ Money Laundering: Track suspicious fund flows across accounts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✓ Synthetic Identity: Identify fake identities created from real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2926080" cy="1188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98%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94360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Detection Accuracy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2743200"/>
            <a:ext cx="2926080" cy="1188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50%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94360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Fewer False Positives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4114800"/>
            <a:ext cx="2926080" cy="1188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$100M+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943600" y="4846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Losses Prevented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AI in Cybersecurity Risk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Malware Detection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Identify new malware variants through behavior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Intrusion Detection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Spot abnormal network activity in milliseconds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Phishing Prevention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Analyze emails and URLs for phishing indicators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Vulnerability Assessment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Continuously scan and prioritize system weaknesses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Threat 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Aggregate global threat data for predictive defense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Incident Response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</a:rPr>
              <a:t>Automate containment and recovery procedures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Enterprise Risk Aggregation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64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Individual Risks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6642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Credit, market, operational, fraud, cyber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8229600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1401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Correlations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241401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Cross-risk dependencies and amplification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8229600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638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Portfolio 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316382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</a:rPr>
              <a:t>Aggregated enterprise risk exposure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03904"/>
            <a:ext cx="8229600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13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Scenario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39136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Stress testing under various conditions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553712"/>
            <a:ext cx="8229600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63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Appetite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4663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Alignment with organizational limits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94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Result: 360° real-time view of enterprise risk exposure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Business Impact &amp; ROI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Risk Detection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</a:rPr>
              <a:t>85% faster identification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00600" y="155448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False Positives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</a:rPr>
              <a:t>60% reduction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Operational Costs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</a:rPr>
              <a:t>40% decrease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292608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Loss Prevention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</a:rPr>
              <a:t>$500M+ saved annually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4114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80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Decision Speed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</a:rPr>
              <a:t>Real-time vs. days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4297680"/>
            <a:ext cx="411480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480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Coverage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892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</a:rPr>
              <a:t>100% transaction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90011"/>
                </a:solidFill>
              </a:rPr>
              <a:t>AI Risk Management Roadmap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116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Foundation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11680" y="20116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Data infrastructure, governance, pilot project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Expansion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11680" y="29718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Deploy across risk types, integrate systems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Optimization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3931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Refine models, automation, continuous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822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Transformation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011680" y="48920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</a:rPr>
              <a:t>Predictive capabilities, full integration, innovation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</a:rPr>
              <a:t>✓ AI transforms risk management from reactive to predictive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</a:rPr>
              <a:t>✓ 95%+ accuracy in credit, fraud, and market risk prediction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</a:rPr>
              <a:t>✓ Real-time monitoring of billions of transactions and events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</a:rPr>
              <a:t>✓ 60% reduction in false positives improves efficiency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</a:rPr>
              <a:t>✓ Enterprise-wide risk aggregation provides 360° visibility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</a:rPr>
              <a:t>✓ Proven ROI with hundreds of millions in losses prevented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CF6F5"/>
                </a:solidFill>
              </a:rPr>
              <a:t>Questions &amp; Discussion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2026-04-19T14:14:19Z</dcterms:created>
  <dcterms:modified xsi:type="dcterms:W3CDTF">2026-04-19T14:14:19Z</dcterms:modified>
</cp:coreProperties>
</file>